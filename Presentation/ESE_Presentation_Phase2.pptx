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12192000" cy="18288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Intelligent AIOps Framework for Predictive CI/CD</a:t>
            </a:r>
            <a:br/>
            <a:r>
              <a:t>Pipeline Management and Autonomous Resource</a:t>
            </a:r>
            <a:br/>
            <a:r>
              <a:t>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Tejas Annasaheb Jagtap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MTech Information Security | 712442021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Guide: Dr. V. K. Pachghare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Phase-II: Model Training &amp; Evaluation</a:t>
            </a:r>
          </a:p>
        </p:txBody>
      </p:sp>
      <p:pic>
        <p:nvPicPr>
          <p:cNvPr id="6" name="Picture 5" descr="newcoeps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389120"/>
            <a:ext cx="1371600" cy="16897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035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1.  Introduction &amp; Motivation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2.  Literature Survey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3.  Research Gap &amp; Problem Statement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4.  Research Objectives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5.  Proposed System Architecture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6.  Phase-II Implementation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 •  Synthetic Data Generation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 •  Data Collection Infrastructure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      •  Model Training (XGBoost, Autoencoder, LSTM)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7.  Evaluation Results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8.  Future Plan (Phase-III)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9.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477A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Modern software systems rely heavily on CI/CD pipelines for rapid delivery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These pipelines generate massive volumes of logs and metrics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DevOps teams struggle with: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–  Unpredictable build failures wasting time &amp; resources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–  Manual debugging of thousands of log lines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–  Reactive (not proactive) Kubernetes scaling decisions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AIOps (AI for IT Operations) integrates Machine Learning + Automation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to enhance CI/CD reliability and infrastructure management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Our framework addresses 3 key problems: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1. Predict build failures BEFORE execution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2. Detect anomalies in logs automatically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3. Forecast CPU usage for proactive autoscaling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477A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Frequent build failures lead to deployment delays and wasted compute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Manual root-cause analysis is slow and error-prone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Traditional Kubernetes HPA reacts AFTER resource spikes occur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DevOps teams spend significant effort analyzing logs and failures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Need for an automated, self-learning system that: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–  Predicts failures early using historical build patterns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–  Detects anomalies in logs immediately using ML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–  Allocates resources proactively based on forecasts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–  Reduces operational burden and improves delivery speed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97280"/>
          <a:ext cx="8595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2926080"/>
                <a:gridCol w="2926080"/>
              </a:tblGrid>
              <a:tr h="1188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Sr.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Paper Name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Work Done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Enhancing ML-Based Autoscaling for Cloud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Evaluates ML models for autoscaling; compares architectures for predicting load.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Focuses on autoscaling alone; no CI/CD or log integration.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Time-series Forecasting-Based K8s Autoscaling (2025)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Hybrid Prophet+LSTM approach for cluster metric prediction and scaling.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No CI/CD signals or log anomalies; evaluates autoscaling in isolation.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Deep Learning for Multivariate Time-Series Anomaly Detection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Survey of autoencoders, VAEs for anomaly detection; benchmarks thresholds.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Survey-level; no concrete DevOps pipeline application for CI logs.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Literature Survey (contd.)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097280"/>
          <a:ext cx="8595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2926080"/>
                <a:gridCol w="2926080"/>
              </a:tblGrid>
              <a:tr h="1188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Sr.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Paper Name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Work Done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Predictive Failure Analysis in CI Pipelines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Ensemble tree models for CI build failure prediction from metadata.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Limited dataset; no anomaly detection or predictive scaling integration.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LogBERT: Transformer-Based Log Anomaly Detection (2021)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BERT-style models for log anomaly detection; improved over TF-IDF baselines.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Computationally heavy; needs large datasets and GPU. Not lightweight.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Empirical Analysis on CI/CD Pipeline Evolution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Identifies common failure causes, temporal patterns, and bottlenecks.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Descriptive study; no automated ML solutions proposed.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477A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No unified AIOps framework combining: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–  Build failure prediction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–  Log anomaly detection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–  CPU forecasting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      –  Predictive autoscaling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Kubernetes autoscaling is fundamentally reactive (HPA)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Existing works treat CI/CD failures, log anomalies, and scaling as isolated problems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Limited availability of real-world CI/CD datasets for ML training</a:t>
            </a:r>
          </a:p>
          <a:p>
            <a:pPr>
              <a:spcAft>
                <a:spcPts val="3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No closed-loop automation: Jenkins → ML Models → Kubernetes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8229600" cy="1371600"/>
          </a:xfrm>
          <a:prstGeom prst="roundRect">
            <a:avLst/>
          </a:prstGeom>
          <a:solidFill>
            <a:srgbClr val="E8F0FE"/>
          </a:solidFill>
          <a:ln>
            <a:solidFill>
              <a:srgbClr val="1A4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1A477A"/>
                </a:solidFill>
              </a:defRPr>
            </a:pPr>
            <a:r>
              <a:t>"To design and implement an intelligent AIOps-based framework that can proactively predict CI/CD pipeline failures, detect anomalies in Jenkins logs in real time, and autonomously optimize Kubernetes resources through predictive autoscaling."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A477A"/>
                </a:solidFill>
                <a:latin typeface="Calibri"/>
              </a:defRPr>
            </a:pPr>
            <a:r>
              <a:t>Research Objectives: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1. Develop Data Collection Framework for CI/CD and Cluster Metrics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2. Build ML Models for Failure Prediction, Anomaly Detection, and CPU Forecasting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3. Implement a FastAPI-Based AIOps Orchestrator</a:t>
            </a:r>
          </a:p>
          <a:p>
            <a:pPr>
              <a:spcAft>
                <a:spcPts val="3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4. Design a Predictive Autoscaling Engine for Kubernetes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9</a:t>
            </a:r>
          </a:p>
        </p:txBody>
      </p:sp>
      <p:pic>
        <p:nvPicPr>
          <p:cNvPr id="7" name="Picture 6" descr="architecut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680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Phase-II: Implementation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A477A"/>
                </a:solidFill>
                <a:latin typeface="Calibri"/>
              </a:defRPr>
            </a:pPr>
            <a:r>
              <a:t>Data Pipeline: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Synthetic data generator for: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- 600 Jenkins build records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- 600+ console log files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- 10,000+ CPU time-series points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Jenkins REST API collector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Prometheus HTTP API collector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Real-time streaming collector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A477A"/>
                </a:solidFill>
                <a:latin typeface="Calibri"/>
              </a:defRPr>
            </a:pPr>
            <a:r>
              <a:t>Models Trained: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XGBoost → Failure Prediction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Accuracy: 98.3%, F1: 96.4%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TF-IDF + Autoencoder → Anomaly Detection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Accuracy: 95.9%, F1: 91.8%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LSTM → CPU Forecasting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RMSE: 0.071, MAPE: 9.56%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Comprehensive evaluation suite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All models saved for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Model 1: XGBoost —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477A"/>
                </a:solidFill>
                <a:latin typeface="Calibri"/>
              </a:defRPr>
            </a:pPr>
            <a:r>
              <a:t>Approach: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Gradient boosted ensemble of 100 decision trees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Input: 8 features (duration, errors, warnings,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 failures, log_length, tests_failed/passed/total)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Output: Failure probability (0–1)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Handles class imbalance via scale_pos_weight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80/20 stratified train-test split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0" y="1097280"/>
          <a:ext cx="3657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267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98.33%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93.10%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96.43%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0" y="3840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477A"/>
                </a:solidFill>
                <a:latin typeface="Calibri"/>
              </a:defRPr>
            </a:pPr>
            <a:r>
              <a:t>5-Fold CV: 99.0% ± 0.6% accuracy</a:t>
            </a:r>
          </a:p>
        </p:txBody>
      </p:sp>
      <p:pic>
        <p:nvPicPr>
          <p:cNvPr id="10" name="Picture 9" descr="xgboo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31920"/>
            <a:ext cx="3200400" cy="2667000"/>
          </a:xfrm>
          <a:prstGeom prst="rect">
            <a:avLst/>
          </a:prstGeom>
        </p:spPr>
      </p:pic>
      <p:pic>
        <p:nvPicPr>
          <p:cNvPr id="11" name="Picture 10" descr="xgboost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297680"/>
            <a:ext cx="4114800" cy="29391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Model 2: TF-IDF + Autoencoder —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477A"/>
                </a:solidFill>
                <a:latin typeface="Calibri"/>
              </a:defRPr>
            </a:pPr>
            <a:r>
              <a:t>Two-Stage Pipeline: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Stage 1: TF-IDF vectorization (500 features)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 - ngram range (1,2), sublinear TF scaling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Stage 2: Autoencoder neural network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 - Architecture: 500→128→64→32→64→128→500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 - Trained on normal logs only (unsupervised)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   - Anomaly = high reconstruction error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Threshold: 95th percentile of normal errors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0" y="1097280"/>
          <a:ext cx="3657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267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95.87%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84.85%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91.80%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ROC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98.92%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 descr="anomaly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40480"/>
            <a:ext cx="3200400" cy="2667000"/>
          </a:xfrm>
          <a:prstGeom prst="rect">
            <a:avLst/>
          </a:prstGeom>
        </p:spPr>
      </p:pic>
      <p:pic>
        <p:nvPicPr>
          <p:cNvPr id="10" name="Picture 9" descr="anomaly_erro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840480"/>
            <a:ext cx="484632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Model 3: LSTM — CPU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477A"/>
                </a:solidFill>
                <a:latin typeface="Calibri"/>
              </a:defRPr>
            </a:pPr>
            <a:r>
              <a:t>Approach: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Input: 60-minute CPU history (sliding window)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Output: Predicted CPU usage 10 minutes ahead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Architecture: LSTM(128) → LSTM(64) → Dense(32) → Dense(1)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MinMaxScaler normalization to [0, 1]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10,000+ training sequences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Early stopping + LR reduction on plateau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0" y="109728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0.0050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0.0436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0.0710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9.56%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0.435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 descr="lstm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749039"/>
            <a:ext cx="5303520" cy="2209800"/>
          </a:xfrm>
          <a:prstGeom prst="rect">
            <a:avLst/>
          </a:prstGeom>
        </p:spPr>
      </p:pic>
      <p:pic>
        <p:nvPicPr>
          <p:cNvPr id="10" name="Picture 9" descr="lstm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365760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Combined Model 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ROC AUC / R²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Failure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F1 = 0.964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AUC = 1.000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TF-IDF + Autoencoder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F1 = 0.918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AUC = 0.989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CPU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RMSE = 0.071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R² = 0.435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model_comparis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76809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ROC Curves — Classification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15</a:t>
            </a:r>
          </a:p>
        </p:txBody>
      </p:sp>
      <p:pic>
        <p:nvPicPr>
          <p:cNvPr id="7" name="Picture 6" descr="xgboost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297680" cy="3581400"/>
          </a:xfrm>
          <a:prstGeom prst="rect">
            <a:avLst/>
          </a:prstGeom>
        </p:spPr>
      </p:pic>
      <p:pic>
        <p:nvPicPr>
          <p:cNvPr id="8" name="Picture 7" descr="anomaly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88720"/>
            <a:ext cx="4297680" cy="3581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3035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477A"/>
                </a:solidFill>
                <a:latin typeface="Calibri"/>
              </a:defRPr>
            </a:pPr>
            <a:r>
              <a:t>XGBoost: AUC = 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3035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477A"/>
                </a:solidFill>
                <a:latin typeface="Calibri"/>
              </a:defRPr>
            </a:pPr>
            <a:r>
              <a:t>Autoencoder: AUC = 0.989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Future Plan — Phase-III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477A"/>
                </a:solidFill>
                <a:latin typeface="Calibri"/>
              </a:defRPr>
            </a:pPr>
            <a:r>
              <a:t>Integration &amp; Deployment: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Connect all 3 trained models to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FastAPI AIOps Orchestrator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Expose REST APIs: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/predict_failure, /detect_anomaly,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/forecast_cpu, /autoscale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Implement predictive autoscaler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using ML outputs for Kubernetes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Deploy on Minikube with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A477A"/>
                </a:solidFill>
                <a:latin typeface="Calibri"/>
              </a:defRPr>
            </a:pPr>
            <a:r>
              <a:t>Testing &amp; Finalization: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End-to-end system testing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Compare predictive autoscaler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vs default HPA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Load generation &amp; stress testing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Monitoring dashboard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(Grafana/Streamlit)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Hyperparameter tuning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Final documentation &amp; report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477A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[1] Pintye et al., "Enhancing ML-Based Autoscaling for Cloud Resource Orchestration," J. Grid Computing, 2024.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[2] Guruge &amp; Priyadarshana, "Time Series Forecasting-Based K8s Autoscaling Using Prophet and LSTM," Frontiers in CS, 2025.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[3] Yahya et al., "Deep Learning for Multivariate Time Series Anomaly Detection: A Survey," AI Review, 2025.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[4] Hrusto, "Towards Optimization of Anomaly Detection in DevOps," IST, vol. 158, 2023.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[5] Das &amp; Raj, "AI-Enhanced Platform Engineering: Revolutionizing CI/CD Pipelines," IJCEST, 2025.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[6] Mathew &amp; Baswareddy, "Predictive Failure Analysis in CI Pipelines Using Ensemble Trees," IJACS, 2025.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[7] Guo et al., "LogBERT: Transformer-Based Log Anomaly Detection for CI/CD Systems," ICSE, 2021.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[8] Houerbi et al., "Empirical Analysis on CI/CD Pipeline Evolution: Failures and Bottlenecks," JSME, 2024.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2000" cy="2286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Tejas Annasaheb Jagtap | 712442021 | MTech Information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94960"/>
            <a:ext cx="1219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Dept of Computer Science and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  <a:latin typeface="Calibri"/>
              </a:defRPr>
            </a:pPr>
            <a:r>
              <a:t>COEP Technological University, Pune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555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